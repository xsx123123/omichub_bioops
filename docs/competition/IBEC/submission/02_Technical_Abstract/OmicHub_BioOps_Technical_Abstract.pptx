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a552c45999b647a1" Type="http://schemas.openxmlformats.org/officeDocument/2006/relationships/extended-properties" Target="docProps/app.xml"/><Relationship Id="Rb39b6406cdd44178" Type="http://schemas.openxmlformats.org/package/2006/relationships/metadata/core-properties" Target="docProps/core.xml"/><Relationship Id="Rdb4c0e352e4a4585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da29ae824d4e8c"/>
  </p:sldMasterIdLst>
  <p:notesMasterIdLst>
    <p:notesMasterId xmlns:r="http://schemas.openxmlformats.org/officeDocument/2006/relationships" r:id="R84382244676247f2"/>
  </p:notesMasterIdLst>
  <p:sldIdLst>
    <p:sldId xmlns:r="http://schemas.openxmlformats.org/officeDocument/2006/relationships" id="256" r:id="R3eb51fb1c0ee4b45"/>
    <p:sldId xmlns:r="http://schemas.openxmlformats.org/officeDocument/2006/relationships" id="257" r:id="Rab609f7fe1d04384"/>
    <p:sldId xmlns:r="http://schemas.openxmlformats.org/officeDocument/2006/relationships" id="258" r:id="R0f195248db5a4a0e"/>
    <p:sldId xmlns:r="http://schemas.openxmlformats.org/officeDocument/2006/relationships" id="259" r:id="R1d3e1103476f4919"/>
    <p:sldId xmlns:r="http://schemas.openxmlformats.org/officeDocument/2006/relationships" id="260" r:id="Re6cf145b10244001"/>
    <p:sldId xmlns:r="http://schemas.openxmlformats.org/officeDocument/2006/relationships" id="261" r:id="R56aeaaf7aaf44e4d"/>
    <p:sldId xmlns:r="http://schemas.openxmlformats.org/officeDocument/2006/relationships" id="262" r:id="Rea5561296b334a6b"/>
    <p:sldId xmlns:r="http://schemas.openxmlformats.org/officeDocument/2006/relationships" id="263" r:id="R3f0945f55a574471"/>
    <p:sldId xmlns:r="http://schemas.openxmlformats.org/officeDocument/2006/relationships" id="264" r:id="Ref11a695b85a4cbb"/>
    <p:sldId xmlns:r="http://schemas.openxmlformats.org/officeDocument/2006/relationships" id="265" r:id="Raff7f4c19d9e486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f195248db5a4a0e" Type="http://schemas.openxmlformats.org/officeDocument/2006/relationships/slide" Target="slides/slide3.xml"/><Relationship Id="R1b92dcaa3b824401" Type="http://schemas.openxmlformats.org/officeDocument/2006/relationships/tableStyles" Target="tableStyles.xml"/><Relationship Id="R1d3e1103476f4919" Type="http://schemas.openxmlformats.org/officeDocument/2006/relationships/slide" Target="slides/slide4.xml"/><Relationship Id="R3eb51fb1c0ee4b45" Type="http://schemas.openxmlformats.org/officeDocument/2006/relationships/slide" Target="slides/slide1.xml"/><Relationship Id="R3f0945f55a574471" Type="http://schemas.openxmlformats.org/officeDocument/2006/relationships/slide" Target="slides/slide8.xml"/><Relationship Id="R56aeaaf7aaf44e4d" Type="http://schemas.openxmlformats.org/officeDocument/2006/relationships/slide" Target="slides/slide6.xml"/><Relationship Id="R68da29ae824d4e8c" Type="http://schemas.openxmlformats.org/officeDocument/2006/relationships/slideMaster" Target="slideMasters/slideMaster1.xml"/><Relationship Id="R84382244676247f2" Type="http://schemas.openxmlformats.org/officeDocument/2006/relationships/notesMaster" Target="notesMasters/notesMaster1.xml"/><Relationship Id="R88ce41b9fce44c18" Type="http://schemas.openxmlformats.org/officeDocument/2006/relationships/presProps" Target="presProps.xml"/><Relationship Id="Rab609f7fe1d04384" Type="http://schemas.openxmlformats.org/officeDocument/2006/relationships/slide" Target="slides/slide2.xml"/><Relationship Id="Raff7f4c19d9e4867" Type="http://schemas.openxmlformats.org/officeDocument/2006/relationships/slide" Target="slides/slide10.xml"/><Relationship Id="Re6cf145b10244001" Type="http://schemas.openxmlformats.org/officeDocument/2006/relationships/slide" Target="slides/slide5.xml"/><Relationship Id="Rea5561296b334a6b" Type="http://schemas.openxmlformats.org/officeDocument/2006/relationships/slide" Target="slides/slide7.xml"/><Relationship Id="Red2779a470a64390" Type="http://schemas.openxmlformats.org/officeDocument/2006/relationships/theme" Target="theme/theme1.xml"/><Relationship Id="Ref11a695b85a4cbb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19573409bf724a6c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331de91bea764aff" Type="http://schemas.openxmlformats.org/officeDocument/2006/relationships/notesMaster" Target="../notesMasters/notesMaster1.xml"/><Relationship Id="R7441401e408342f0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0b2585622db24991" Type="http://schemas.openxmlformats.org/officeDocument/2006/relationships/slide" Target="../slides/slide2.xml"/><Relationship Id="Rbb052f8793c54288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3835779a9a4348e0" Type="http://schemas.openxmlformats.org/officeDocument/2006/relationships/notesMaster" Target="../notesMasters/notesMaster1.xml"/><Relationship Id="Rf5c96495db534f45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0d7c92f9b4d94d42" Type="http://schemas.openxmlformats.org/officeDocument/2006/relationships/notesMaster" Target="../notesMasters/notesMaster1.xml"/><Relationship Id="Rd19661a0f6514c6a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9dda585538334535" Type="http://schemas.openxmlformats.org/officeDocument/2006/relationships/notesMaster" Target="../notesMasters/notesMaster1.xml"/><Relationship Id="Ra183923948f74ba8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22fc235d6cec47b1" Type="http://schemas.openxmlformats.org/officeDocument/2006/relationships/slide" Target="../slides/slide6.xml"/><Relationship Id="R70b1c396d9d948a6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89275d8398d6419e" Type="http://schemas.openxmlformats.org/officeDocument/2006/relationships/slide" Target="../slides/slide7.xml"/><Relationship Id="Rf4742b45cac443c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38086ae5537142b7" Type="http://schemas.openxmlformats.org/officeDocument/2006/relationships/notesMaster" Target="../notesMasters/notesMaster1.xml"/><Relationship Id="R46576fb72e874dce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8f87e9089dc04657" Type="http://schemas.openxmlformats.org/officeDocument/2006/relationships/notesMaster" Target="../notesMasters/notesMaster1.xml"/><Relationship Id="Rf2df57cabae64909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037b8eb657e04ea2" Type="http://schemas.openxmlformats.org/officeDocument/2006/relationships/notesMaster" Target="../notesMasters/notesMaster1.xml"/><Relationship Id="Rd783822037ea4e3c" Type="http://schemas.openxmlformats.org/officeDocument/2006/relationships/slide" Target="../slides/slide1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3071fc84afa14c96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d50a5222790342d6" Type="http://schemas.openxmlformats.org/officeDocument/2006/relationships/theme" Target="theme/theme2.xml"/><Relationship Id="Re51b52d601c6435e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1b52d601c643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291134bc8274d1d" Type="http://schemas.openxmlformats.org/officeDocument/2006/relationships/notesSlide" Target="../notesSlides/notesSlide1.xml"/><Relationship Id="Ra247916f7ab4480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862c879a76664732" Type="http://schemas.openxmlformats.org/officeDocument/2006/relationships/notesSlide" Target="../notesSlides/notesSlide2.xml"/><Relationship Id="Raae05cef992042ba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46d6f46fb00346bb" Type="http://schemas.openxmlformats.org/officeDocument/2006/relationships/slideLayout" Target="../slideLayouts/slideLayout1.xml"/><Relationship Id="R7844535d5837488a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4df09a8d74bd4799" Type="http://schemas.openxmlformats.org/officeDocument/2006/relationships/slideLayout" Target="../slideLayouts/slideLayout1.xml"/><Relationship Id="R9420e4da45c5404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9072b7ee66ce4c5b" Type="http://schemas.openxmlformats.org/officeDocument/2006/relationships/slideLayout" Target="../slideLayouts/slideLayout1.xml"/><Relationship Id="Re187bddced084c4b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20526a8853e440f9" Type="http://schemas.openxmlformats.org/officeDocument/2006/relationships/slideLayout" Target="../slideLayouts/slideLayout1.xml"/><Relationship Id="Rc85eaf7f263d4149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0401c970621e436b" Type="http://schemas.openxmlformats.org/officeDocument/2006/relationships/slideLayout" Target="../slideLayouts/slideLayout1.xml"/><Relationship Id="R7403775d0c3a46b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3b44a9a4a220470e" Type="http://schemas.openxmlformats.org/officeDocument/2006/relationships/slideLayout" Target="../slideLayouts/slideLayout1.xml"/><Relationship Id="R4bf1f8d681304ba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2786828528184821" Type="http://schemas.openxmlformats.org/officeDocument/2006/relationships/slideLayout" Target="../slideLayouts/slideLayout1.xml"/><Relationship Id="Rd4bb3e87ab804a0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4dc5adb5941b479e" Type="http://schemas.openxmlformats.org/officeDocument/2006/relationships/slideLayout" Target="../slideLayouts/slideLayout1.xml"/><Relationship Id="R585184972d5a4535" Type="http://schemas.openxmlformats.org/officeDocument/2006/relationships/notesSlide" Target="../notesSlides/notesSlide10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B23519-216E-4BF3-9FB7-E2CE53C8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iBEC International Bioinformatics Engineering Competition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7AC2E6-2BA6-4D89-8D71-27090AA3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00000"/>
                </a:solidFill>
              </a:defRPr>
            </a:pPr>
            <a:r>
              <a:rPr sz="4650" b="1">
                <a:solidFill>
                  <a:srgbClr val="000000"/>
                </a:solidFill>
              </a:rPr>
              <a:t>Technical Abstract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0793E1-483C-4601-8012-711856F0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432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55555"/>
                </a:solidFill>
              </a:defRPr>
            </a:pPr>
            <a:r>
              <a:rPr sz="2100" b="0">
                <a:solidFill>
                  <a:srgbClr val="555555"/>
                </a:solidFill>
              </a:rPr>
              <a:t>OmicHub BioOps: Auditable Agent × Skill Infrastructure for Controlled Omics Analysis Delivery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FD3EE-8611-4367-9DB2-1C725EE7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047750"/>
            <a:ext cx="35623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613F78-463B-4249-A82B-009FEEBB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62250"/>
            <a:ext cx="2724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55555"/>
                </a:solidFill>
              </a:defRPr>
            </a:pPr>
            <a:r>
              <a:rPr sz="1800" b="1">
                <a:solidFill>
                  <a:srgbClr val="555555"/>
                </a:solidFill>
              </a:rPr>
              <a:t>[Insert: platform architecture diagram (BP Fig. 4-1) or workbench screenshot]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5B726B-7BCB-4FC6-98C0-D0339F5D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[Team name] | OmicHub / Huazhong Agricultural University | 2026-09-XX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6FFE3E-3DB0-4EEC-A7EF-846B249A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996640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816C99-41F3-4D2A-BA4A-7AFA6546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Technical Abstract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10137-B3C4-4A84-B6F0-A8702D72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project starts from one clear technical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901532-9297-49D9-A1B9-2E9A75CF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D3335F-E3AB-49BF-8927-FA0B210B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5623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F4FFD9-9EEC-41E5-A71D-22C7CC5C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033C7B-1ED4-4126-9EFD-273EFB88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71800"/>
            <a:ext cx="30670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- Omics analysis delivery: a high-frequency, long-chain task in life-science R&amp;D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- Pharma translational medicine, clinical-testing labs, breeding teams, university core facilities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- AI workbenches generate workflows judges and regulators cannot trust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4D04BF-1A14-44C2-A771-7BEEE021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292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Frame the need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F69A7B-251F-49C0-8A51-55A5ACF3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95500"/>
            <a:ext cx="35623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D8133E-69CD-4318-B822-535A096C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6220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Gap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E3B43F-9DD6-4CD5-9A82-EACE92A8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71800"/>
            <a:ext cx="30670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- Expert pipelines buried in scripts and CLI; input errors surface after hours of compute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- Incremental re-analysis queues days for an expert; customization rewrites whole pipelines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- AI-generated flows: not reproducible, not traceable, undeliverable under compliance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73A557-0678-478D-94BA-2E5137F1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292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Make the problem concrete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428963-4C60-459B-AC11-0269BEFF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95500"/>
            <a:ext cx="35623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6482B7-FCF8-42CA-BE9B-203A2EF1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6220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Goal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47A446-9B2D-4469-AC53-01FE21C4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71800"/>
            <a:ext cx="30670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- Submission: ~20 min → ~5 min via validated web forms and preflight gates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- Agent × Skill platform over expert-audited, versioned pipelines with evidence chains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- Every run yields versioned YAML + environment snapshot + MD5-verifiable delivery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AADEC0-1C8A-4195-8308-C752BD87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0292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Define the target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86C185-6D62-4DD4-9179-ACDECD1C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900844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2FF715-AF8F-406B-AB1B-0732DED7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Technical Abstract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FD820-7869-4F14-AE10-C264AEA1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proposed solution links input, method, and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CCD886-7AFA-420D-8BCA-DC92917D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25CB3-D0AE-4C9A-9E21-4783C059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53D55C-6E9B-4FB2-B744-22689D5D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4795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Data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D58E40-8105-4D15-9048-BDEE0B7A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4325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FASTQ/BAM, sample sheets, contrasts, pinned reference versions — form-whitelisted, preflighted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E72EE4-BDBB-4CB6-8B9D-FB711EE7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95275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646A1C-0BD6-4B0B-A0D7-B016EC84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81250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63849F-E0E7-42D9-836A-D09795E7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4795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Analysis engine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85DEF8-C288-49A3-99B8-3D72C5D6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Domain agents schedule expert-audited Snakemake pipelines (e.g., rna_seq v2.3.0); 38 governed Skills; rule-based quality gates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703B78-1433-47D9-8423-A0FC41EA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5275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6A0BAE-AAE1-4D72-984D-0F8480DB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81250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65FACB-AA1F-4016-AB4F-FBF5A11F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Validated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3E324E-A5D5-466F-B949-F002FD6E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4325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DEG/enrichment reports, delivery README + MD5/SHA-256 manifest, machine-readable verification.tsv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C05529-C226-4380-BC4A-4BE68DF0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9530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E74B5"/>
                </a:solidFill>
              </a:defRPr>
            </a:pPr>
            <a:r>
              <a:rPr sz="1800" b="1">
                <a:solidFill>
                  <a:srgbClr val="2E74B5"/>
                </a:solidFill>
              </a:rPr>
              <a:t>Core claim: AI schedules, never generates — agents hold no shell/YAML/DB write access; credibility comes from audited pipelines and evidence, not model confidence.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C6C02E-356E-4630-8A0C-B1ECACB0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923227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BB6611-4845-4B11-BE57-D38AC3C7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Technical Abstract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6A0547-938C-4C2F-9D02-2F0BEB19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Data and workflow are organized for reproducible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539977-FB11-471D-9509-2F23EB5F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F13351-8CBE-47CD-BD39-1805EA9A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914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A9501-1AEC-4711-B61B-982307EC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Step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D68082-60EC-4DF0-92F9-55453877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3360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CAD25-9BB4-412A-AC64-BB036E05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2669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10B76B-84DF-4316-A40F-20113370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33600"/>
            <a:ext cx="3524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89CE4-3930-415E-A875-3503665D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6695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F8B536-CDE2-4F6E-9CE0-1CC43D0D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33600"/>
            <a:ext cx="3143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F6342D-104B-46F1-A33F-13CE7131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669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7B540C-EF3A-418D-97F0-7311E3F9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914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32BF78-2552-4F0F-9464-C6E6F6E7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36CB34-D825-4E72-893A-F57B7DE4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28900"/>
            <a:ext cx="295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4FED7C-F6C6-4C70-AFEE-315B627D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81940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Demo bulk RNA-seq project (HZAU lab, de-identified)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C47902-B271-453A-9E38-A23F088B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28900"/>
            <a:ext cx="3524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4EB1B6-8D8C-4C0C-ADFB-39710ACE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19400"/>
            <a:ext cx="325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fastp QC; read-only project preflight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F72784-3600-4F56-A156-69B2D050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2890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89BEFA-9D9D-49E7-B75E-67B8CB1F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1940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Validated, project-bound input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B5CCE5-60BD-4B0F-B018-B22F3D80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914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A1F010-9037-4B16-89EC-EA35911A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827A14-FF93-4E16-AB25-5548DE8F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95650"/>
            <a:ext cx="295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D43F76-778E-4147-B67C-A898280B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48615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Counts matrix + declared contrasts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81DC8E-A976-45BF-AF39-9DBFA73A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95650"/>
            <a:ext cx="3524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A8116C-3160-48A3-8752-054F94B5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86150"/>
            <a:ext cx="325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rna_seq v2.3.0; DE &amp; enrichment Skills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EB1303-8F17-433B-BACA-D9850BA1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9565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0AD4A0-F861-4661-BD64-1C6578AB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8615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DEG tables, figures, QC metrics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1E5B27-59C1-4622-B150-9C65909D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914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B970A8-A8FD-4D2B-AD34-F0200A1F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52900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416034-CF22-432E-93F6-4882072C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962400"/>
            <a:ext cx="295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B888F2-0FF8-44D1-B9D3-30FC1809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15290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Structured QC gates: mapping ≥0.70, Q30 ≥0.80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A13CD-C31B-41C3-AB96-A4AD532B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62400"/>
            <a:ext cx="3524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27D0A9-AC10-477C-8EFA-0828C69F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52900"/>
            <a:ext cx="325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Rule checks + MD5 artifact-integrity verification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26DFC2-E497-4E04-93F5-40FE418C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6240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9F6322-B383-4044-8068-DEFF1BB9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5290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passed / failed / manual_review decision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3A64CD-0632-426F-AB4E-8A93229B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914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EB1976-BD59-4C05-899E-38B09082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8A4035-3691-403E-B7B4-343B8344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29150"/>
            <a:ext cx="295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618BC4-56A5-4951-BA91-F97889DA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1965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Reviewer walkthrough on platform UI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B242CD-9C2B-432B-BE5A-E7A6834B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29150"/>
            <a:ext cx="3524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B026E3-0428-476E-BBA9-AE5517A9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19650"/>
            <a:ext cx="325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3 chains: pass / preflight-blocked / manual review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6CFF3B3-DEAE-434E-BC38-77565E34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2915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8B8F02D-A141-4761-A789-A8DDF9AC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1965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Reproducible delivery package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9A63633-869C-4A95-BB6F-9BC95012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988867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4E205C-9916-458C-B199-EE656BA7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Technical Abstract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E93EB3-326F-46AA-B0A6-08D7A74B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main method should be understandable in one slide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0EDFCF-B0EA-4CD2-9209-5F237D81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A9A438-7BB5-44F2-9149-1F0E7B56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762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61D883-46FC-4BC0-994B-AD66B733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Method principle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E0882E-6D36-431C-A035-670ECBD6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- Agent × Skill coupling: agents decompose &amp; explain; Skills are contract-declared actions (trigger + input schema + version + failure semantics + permission boundary)</a:t>
            </a:r>
          </a:p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- Pipelines = expert-audited, version-controlled YAML; DAG execution with Artifact Registry, PostgreSQL Outbox + Redis Stream, idempotency keys</a:t>
            </a:r>
          </a:p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- Inputs validated before compute; quality decided by structured rules; missing rule version forces manual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53B15B-55F2-4BF2-B91F-C9E99B84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4762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07B20E-DDC5-4146-A388-853012E7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Evaluation design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49ED9B-0E72-464E-BF82-0410E23A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- Baseline: manual workflow (hand-built configs + CLI; expert-mediated re-analysis; full-pipeline rewrite)</a:t>
            </a:r>
          </a:p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- Metrics: submission time, incremental-response time, customization time, preflight block rate, handover reproducibility</a:t>
            </a:r>
          </a:p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- Validation: 3 end-to-end chains (pass / blocked / manual review) + delivery integrity verification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BFD16E-97C6-4F79-88C0-D4401B26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578469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616614-0563-4DAD-89DE-5171F31F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Technical Abstract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383935-479E-4DD0-BF75-D4F7E922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prototype turns the method into a usable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9A2AF6-3E7D-4C86-8DB0-14C573DB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4144E2-F924-41B7-AC94-E64505E9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4953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7EAD87-92C0-45CC-814A-42ADB91C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55555"/>
                </a:solidFill>
              </a:defRPr>
            </a:pPr>
            <a:r>
              <a:rPr sz="1800" b="1">
                <a:solidFill>
                  <a:srgbClr val="555555"/>
                </a:solidFill>
              </a:rPr>
              <a:t>[Insert: screenshots F1–F3 — form submission, Skill marketplace (36 analysis Skills), RNA-seq analyst workspace]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EF1BC5-369F-47E8-AE1D-14E6255A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907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User-facing behavior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3FEB22-7DE0-42E7-B23B-3C7202E8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9560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- Interface: web form with parameter whitelist; project-bound AI chat entry; domain-agent workspace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- Output: delivery README + environment.json snapshot + MD5/SHA-256 file list + verification.tsv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- Deployment: v0.1.0 in production at HZAU genomics lab; repository [private / community edition URL]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- Reliability: MAS domain &amp; bridge contract tests pass; staging E2E acceptance for full pipelines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A5CB2-B923-4027-A6A2-BC01E352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339407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EE4344-A868-4B35-B0F4-4A370629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Technical Abstract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39F35-65DA-42A8-961F-8B79B92F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Key results show both performance and meaning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DF36F-29FB-4A1C-8A4D-285522B3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367068-9D2D-4554-B08D-90A0F3C0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5623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798964-484B-415C-9B4C-F7D3EAA3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Performance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0A641-2960-4115-B7A7-F95AB04D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71800"/>
            <a:ext cx="30670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-75% / -90% / -80% cycle-time cuts (20→5 min; 1 day→30 min; 5→1 day)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Human operation + waiting time in the reference RNA-seq delivery scenario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C4C21B-BB26-42A1-ABC5-CA27241B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292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What improved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3C68BB-91E2-4808-A9AF-C195A0F4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95500"/>
            <a:ext cx="35623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83D8D9-3A78-4558-AEDB-5FE470C5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6220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Validation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494056-9D77-4803-AEB5-483BD050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71800"/>
            <a:ext cx="30670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Preflight blocks bad input before compute; idempotency prevents duplicate jobs; 10-min evidence-based takeover after staff turnover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Rule-based gates + MD5/SHA-256 verification — machine-checkable, not model self-assessment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EC7E27-A4F7-4195-A016-19C5A44E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292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Why it holds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88A22E-A013-4876-85E5-FCD08E64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95500"/>
            <a:ext cx="35623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2269E4-7C06-4269-A095-C44CFF52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6220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Use case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54FE81-FCD3-4981-A4E2-FFD8E56D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71800"/>
            <a:ext cx="30670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Platform v0.1.0 live: 29 application services, 227 backend modules, 38 Skills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Standardized, auditable delivery replaces expert queues and opaque compression-package handovers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88032D-21E7-4E91-8A93-4083F79A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0292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Where it applies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2E0BB7-D119-41B7-9706-4A37A3EC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72869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FD9449-9B4E-4ABF-839F-D260AD06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Technical Abstract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B0410D-47FB-4624-92B4-D137243F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Innovation should be stated as specific technical advances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D186C-C432-4682-8832-6329552D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C37C89-2A1A-4974-BA15-F43D8AA6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5623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66DCAC-F1C5-4969-AB33-CF603001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74BD8-37ED-4B16-A43E-AD55D3AF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71800"/>
            <a:ext cx="30670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One-ingest, cross-entry storage: tool pages, AI assistant and agent workspace share one project-scoped root by logical reference; data never leaves premises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D61181-7D70-4FBC-BFE6-211E36AD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292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Evidence 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06C6CA-256F-46CA-B51B-91833C8D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95500"/>
            <a:ext cx="35623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2C69DD-B80D-4247-85D1-25128CE6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6220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Method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68C4F-E130-42A5-822E-7CA296C6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71800"/>
            <a:ext cx="30670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“AI schedules, never generates” + governed Skill contracts: safe in-boundary incremental re-analysis without expert queues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BC6C07-2DEB-4BBA-83FF-DC335AC4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292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Technical logic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0F6704-C2FD-489D-81AF-55890F2B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95500"/>
            <a:ext cx="35623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3AC5BF-B586-411C-B996-1ADEBCF0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6220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6493F9-6B5F-4684-8736-916194BA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71800"/>
            <a:ext cx="30670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Machine-verifiable evidence chain (approval tokens, idempotency, environment snapshots) + code-enforced project memory (AGENTS.md ledger, run README)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ED3050-18C2-4C92-B108-9658C7A3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0292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Practical delivery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03DE44-F42D-4181-8D91-C9782A11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547611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7AE44A-C5FA-43FA-B2FC-9A3AF92F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Technical Abstract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C138E2-1426-434A-B569-B3B848D6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Application value depends on adoption, not only metrics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CDC880-657A-4E8F-8607-A0AED69D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858DF6-50D2-41D3-9FC8-645BC023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2381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DEE25-60A3-43EC-BEB6-823EA287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38375"/>
            <a:ext cx="2381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FD7C25-57BC-4A05-831E-226BA337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38375"/>
            <a:ext cx="2381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943243-74D7-44C6-8BE0-7EA797A0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38375"/>
            <a:ext cx="1714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F26656-B4E0-4DE5-92D3-9D2CAD58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Users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4CFB03-FE45-4876-9F28-A378A82A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1924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Pharma translational-medicine teams; clinical-testing &amp; research-service providers; breeding/agriculture groups; university core facilities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C0C5CE-E828-4D65-826E-A82B905A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336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CCB494-18E4-4C7E-902A-C32295CC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24200"/>
            <a:ext cx="1924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Faster submission &amp; re-analysis, auditable deliveries, lower customization cost, handover-resilient knowledge assets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6456D1-1EC4-4090-A8DC-7F8E9E1A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336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Limits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3CD101-50D7-40D1-96F7-3F6B0265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24200"/>
            <a:ext cx="1924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Not all parameters form-structured yet; efficiency figures pending pilot measurement; research/development use only — no clinical reports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1ED3CB-9807-4E24-AE73-D2668DF0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3365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Next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2ECA59-53E0-4FDD-B7B6-5B94330E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24200"/>
            <a:ext cx="12573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2–3 paid pilots + one-click deployment package + Apache-2.0 community edition; extend to ATAC-seq, single-cell and multi-omics templates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E17D1E-8ED7-4745-84A1-F584C06A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49956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3D7DB9-C3FA-424C-BA90-AFF3F6F2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Technical Abstract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B65DD-B49A-402C-8EE5-EAFFC2BD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final message connects problem, method, and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57609-1BB4-4E50-9641-F4F2C62E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89DBF9-814C-40CD-A9A5-3F6140E5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990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E74B5"/>
                </a:solidFill>
              </a:defRPr>
            </a:pPr>
            <a:r>
              <a:rPr sz="2700" b="1">
                <a:solidFill>
                  <a:srgbClr val="2E74B5"/>
                </a:solidFill>
              </a:rPr>
              <a:t>Expert pipelines become reusable assets, agents stay inside Skill contracts and evidence boundaries — decompose, execute, verify, audit, recover, accumulate.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D9591D-415C-495A-AA04-665C5595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35623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C229CD-8AE4-4797-82C3-117001B8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Solved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E39B0-636C-4438-A880-958F2A19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3067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Expert-bottlenecked, untrustworthy omics analysis delivery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C665C6-EDE6-46D1-956C-4D0532CE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912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Need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EDCFCB-552F-40EA-A369-954C672F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14750"/>
            <a:ext cx="35623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6D2608-76EF-4B2D-AECF-83AF1685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8145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Built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BA7F8B-D90E-4B7B-8BEC-85B3849A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91050"/>
            <a:ext cx="3067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Agent × Skill platform over expert-audited, versioned pipelines with end-to-end evidence chains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5786A9-EC5E-4F33-8D4E-F6612385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7912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Logic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64D616-C596-40CA-92E3-6BD77365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14750"/>
            <a:ext cx="35623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8A82F6-3C1E-4669-B7EA-828E6C1C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8145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Proved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7D7006-1C5F-4F9A-8D1A-90F54E06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91050"/>
            <a:ext cx="3067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-75%/-90%/-80% cycle time; v0.1.0 in production; machine-verifiable delivery packages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258665-1032-413F-B25F-68C60EF0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7912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Credibility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97129B-0C0B-43A4-9D12-B33108EA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460749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2026-07-06T07:17:17.5690000Z</dcterms:created>
  <dcterms:modified xsi:type="dcterms:W3CDTF">2026-07-06T07:17:17.5690000Z</dcterms:modified>
</coreProperties>
</file>